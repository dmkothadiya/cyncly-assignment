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Executive case and desired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Current challenge: repo migration is ahead of plan but pipeline conversion is behind.</a:t>
            </a:r>
          </a:p>
          <a:p>
            <a:pPr>
              <a:defRPr sz="1800"/>
            </a:pPr>
            <a:r>
              <a:t>Strategic objective: standardize GitHub platform engineering without harming delivery.</a:t>
            </a:r>
          </a:p>
          <a:p>
            <a:pPr>
              <a:defRPr sz="1800"/>
            </a:pPr>
            <a:r>
              <a:t>Key design principles: least privilege, traceability, quality-first metrics, and controlled coexistence.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Target architecture and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GitHub Enterprise + Azure Boards traceability for product and work-item governance.</a:t>
            </a:r>
          </a:p>
          <a:p>
            <a:pPr>
              <a:defRPr sz="1800"/>
            </a:pPr>
            <a:r>
              <a:t>GitHub Actions as validation layer; self-hosted runners reserved for legacy workloads.</a:t>
            </a:r>
          </a:p>
          <a:p>
            <a:pPr>
              <a:defRPr sz="1800"/>
            </a:pPr>
            <a:r>
              <a:t>Power BI Desktop report over the local Bronze/Silver/Gold DORA data pipeline; deployment measures remain qualified as proxies.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Twelve-month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Phase 1: discover and baseline analytics definitions, runner constraints, and developer friction.</a:t>
            </a:r>
          </a:p>
          <a:p>
            <a:pPr>
              <a:defRPr sz="1800"/>
            </a:pPr>
            <a:r>
              <a:t>Phase 2: pilot GitHub Actions and a controlled DORA metric model on a small service set.</a:t>
            </a:r>
          </a:p>
          <a:p>
            <a:pPr>
              <a:defRPr sz="1800"/>
            </a:pPr>
            <a:r>
              <a:t>Phase 3: expand to broader migrations with environment approvals and data-quality gates.</a:t>
            </a:r>
          </a:p>
          <a:p>
            <a:pPr>
              <a:defRPr sz="1800"/>
            </a:pPr>
            <a:r>
              <a:t>Measures: lead time, build-run proxy, MTTR, and limited change-failure proxy with explicit exclusions.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Trusted engineering analytics and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 a shared metric dictionary to avoid gaming and to reconcile disputed DORA definitions.</a:t>
            </a:r>
          </a:p>
          <a:p>
            <a:pPr>
              <a:defRPr sz="1800"/>
            </a:pPr>
            <a:r>
              <a:t>Apply quality checks at intake; clearly label metrics as validated, limited, or unavailable.</a:t>
            </a:r>
          </a:p>
          <a:p>
            <a:pPr>
              <a:defRPr sz="1800"/>
            </a:pPr>
            <a:r>
              <a:t>Use AI for CI diagnosis and test generation with least-privilege access and human approval for production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Executive recommendation and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Decision: re-scope now rather than pause the full transformation.</a:t>
            </a:r>
          </a:p>
          <a:p>
            <a:pPr>
              <a:defRPr sz="1800"/>
            </a:pPr>
            <a:r>
              <a:t>Continue: repository migration, metric governance work, and targeted pilot improvements.</a:t>
            </a:r>
          </a:p>
          <a:p>
            <a:pPr>
              <a:defRPr sz="1800"/>
            </a:pPr>
            <a:r>
              <a:t>Pause: only the migration wave tied to legacy runners or disputed metrics until the controls are approved.</a:t>
            </a:r>
          </a:p>
          <a:p>
            <a:pPr>
              <a:defRPr sz="1800"/>
            </a:pPr>
            <a:r>
              <a:t>Required owners: CTO, Security, Platform Engineering, Product, and Data/Analytics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